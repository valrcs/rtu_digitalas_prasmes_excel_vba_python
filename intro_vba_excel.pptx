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641" y="3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6730010-46CD-43BF-9333-A55F7F8935C9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16BE5613-A833-4E8A-ADA4-DAF5B64E01BA}">
      <dgm:prSet/>
      <dgm:spPr/>
      <dgm:t>
        <a:bodyPr/>
        <a:lstStyle/>
        <a:p>
          <a:pPr>
            <a:defRPr cap="all"/>
          </a:pPr>
          <a:r>
            <a:rPr lang="en-US"/>
            <a:t>• Automate formatting and reporting</a:t>
          </a:r>
        </a:p>
      </dgm:t>
    </dgm:pt>
    <dgm:pt modelId="{D3A5FC54-B37B-4086-AE8D-79F7BCC7AE93}" type="parTrans" cxnId="{1BBC6BDC-3A05-4716-9339-AA31A30A5F37}">
      <dgm:prSet/>
      <dgm:spPr/>
      <dgm:t>
        <a:bodyPr/>
        <a:lstStyle/>
        <a:p>
          <a:endParaRPr lang="en-US"/>
        </a:p>
      </dgm:t>
    </dgm:pt>
    <dgm:pt modelId="{3AC516A7-0235-4853-BFB5-F0174E5AF46E}" type="sibTrans" cxnId="{1BBC6BDC-3A05-4716-9339-AA31A30A5F37}">
      <dgm:prSet/>
      <dgm:spPr/>
      <dgm:t>
        <a:bodyPr/>
        <a:lstStyle/>
        <a:p>
          <a:endParaRPr lang="en-US"/>
        </a:p>
      </dgm:t>
    </dgm:pt>
    <dgm:pt modelId="{F795A7BF-9896-45E8-8FFE-773AC326B4DB}">
      <dgm:prSet/>
      <dgm:spPr/>
      <dgm:t>
        <a:bodyPr/>
        <a:lstStyle/>
        <a:p>
          <a:pPr>
            <a:defRPr cap="all"/>
          </a:pPr>
          <a:r>
            <a:rPr lang="en-US"/>
            <a:t>• Process large datasets</a:t>
          </a:r>
        </a:p>
      </dgm:t>
    </dgm:pt>
    <dgm:pt modelId="{AA1648D2-5BCE-4A5B-A6F5-C5B4E2966F91}" type="parTrans" cxnId="{03F0AC7D-1321-43CC-9B08-178ED8F670A0}">
      <dgm:prSet/>
      <dgm:spPr/>
      <dgm:t>
        <a:bodyPr/>
        <a:lstStyle/>
        <a:p>
          <a:endParaRPr lang="en-US"/>
        </a:p>
      </dgm:t>
    </dgm:pt>
    <dgm:pt modelId="{1B839CB6-0FA3-422F-A1D9-68B4C952FB26}" type="sibTrans" cxnId="{03F0AC7D-1321-43CC-9B08-178ED8F670A0}">
      <dgm:prSet/>
      <dgm:spPr/>
      <dgm:t>
        <a:bodyPr/>
        <a:lstStyle/>
        <a:p>
          <a:endParaRPr lang="en-US"/>
        </a:p>
      </dgm:t>
    </dgm:pt>
    <dgm:pt modelId="{A45625DD-BDE9-4A5D-99CC-CF4DACAC8358}">
      <dgm:prSet/>
      <dgm:spPr/>
      <dgm:t>
        <a:bodyPr/>
        <a:lstStyle/>
        <a:p>
          <a:pPr>
            <a:defRPr cap="all"/>
          </a:pPr>
          <a:r>
            <a:rPr lang="en-US"/>
            <a:t>• Create custom user forms</a:t>
          </a:r>
        </a:p>
      </dgm:t>
    </dgm:pt>
    <dgm:pt modelId="{D322904B-231C-413B-9F7D-EB40ECD52390}" type="parTrans" cxnId="{E78777C3-023D-4F1E-BEA3-D9B5E81D778B}">
      <dgm:prSet/>
      <dgm:spPr/>
      <dgm:t>
        <a:bodyPr/>
        <a:lstStyle/>
        <a:p>
          <a:endParaRPr lang="en-US"/>
        </a:p>
      </dgm:t>
    </dgm:pt>
    <dgm:pt modelId="{A26CC9C2-35DA-4F21-A6B9-0E78620BE49E}" type="sibTrans" cxnId="{E78777C3-023D-4F1E-BEA3-D9B5E81D778B}">
      <dgm:prSet/>
      <dgm:spPr/>
      <dgm:t>
        <a:bodyPr/>
        <a:lstStyle/>
        <a:p>
          <a:endParaRPr lang="en-US"/>
        </a:p>
      </dgm:t>
    </dgm:pt>
    <dgm:pt modelId="{CC34B099-A09D-4253-AFF3-994B1014F7D3}">
      <dgm:prSet/>
      <dgm:spPr/>
      <dgm:t>
        <a:bodyPr/>
        <a:lstStyle/>
        <a:p>
          <a:pPr>
            <a:defRPr cap="all"/>
          </a:pPr>
          <a:r>
            <a:rPr lang="en-US"/>
            <a:t>• Reduce manual work and errors</a:t>
          </a:r>
        </a:p>
      </dgm:t>
    </dgm:pt>
    <dgm:pt modelId="{2F42802C-C77B-4B4D-90CA-5AA9FB7CDC40}" type="parTrans" cxnId="{BCBE00CD-17A0-4145-8485-B46309BCAB0F}">
      <dgm:prSet/>
      <dgm:spPr/>
      <dgm:t>
        <a:bodyPr/>
        <a:lstStyle/>
        <a:p>
          <a:endParaRPr lang="en-US"/>
        </a:p>
      </dgm:t>
    </dgm:pt>
    <dgm:pt modelId="{957E34F2-E66E-4AF7-B9DF-23AA0D96731D}" type="sibTrans" cxnId="{BCBE00CD-17A0-4145-8485-B46309BCAB0F}">
      <dgm:prSet/>
      <dgm:spPr/>
      <dgm:t>
        <a:bodyPr/>
        <a:lstStyle/>
        <a:p>
          <a:endParaRPr lang="en-US"/>
        </a:p>
      </dgm:t>
    </dgm:pt>
    <dgm:pt modelId="{E7B9C529-5DCB-4CBC-8778-2377C575BDF6}" type="pres">
      <dgm:prSet presAssocID="{C6730010-46CD-43BF-9333-A55F7F8935C9}" presName="root" presStyleCnt="0">
        <dgm:presLayoutVars>
          <dgm:dir/>
          <dgm:resizeHandles val="exact"/>
        </dgm:presLayoutVars>
      </dgm:prSet>
      <dgm:spPr/>
    </dgm:pt>
    <dgm:pt modelId="{56287CE0-02D0-4D53-ABBE-3CD5C13CD4F9}" type="pres">
      <dgm:prSet presAssocID="{16BE5613-A833-4E8A-ADA4-DAF5B64E01BA}" presName="compNode" presStyleCnt="0"/>
      <dgm:spPr/>
    </dgm:pt>
    <dgm:pt modelId="{78D25274-FEF9-4407-B4B7-9DBFD6CCADCC}" type="pres">
      <dgm:prSet presAssocID="{16BE5613-A833-4E8A-ADA4-DAF5B64E01BA}" presName="iconBgRect" presStyleLbl="bgShp" presStyleIdx="0" presStyleCnt="4"/>
      <dgm:spPr/>
    </dgm:pt>
    <dgm:pt modelId="{023F2F35-6C66-4B8F-B439-D009B94A8656}" type="pres">
      <dgm:prSet presAssocID="{16BE5613-A833-4E8A-ADA4-DAF5B64E01BA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660EE305-A41A-4B94-AC63-F755FA31D189}" type="pres">
      <dgm:prSet presAssocID="{16BE5613-A833-4E8A-ADA4-DAF5B64E01BA}" presName="spaceRect" presStyleCnt="0"/>
      <dgm:spPr/>
    </dgm:pt>
    <dgm:pt modelId="{52B15A43-6875-4D92-97F7-9FFCC9F33A18}" type="pres">
      <dgm:prSet presAssocID="{16BE5613-A833-4E8A-ADA4-DAF5B64E01BA}" presName="textRect" presStyleLbl="revTx" presStyleIdx="0" presStyleCnt="4">
        <dgm:presLayoutVars>
          <dgm:chMax val="1"/>
          <dgm:chPref val="1"/>
        </dgm:presLayoutVars>
      </dgm:prSet>
      <dgm:spPr/>
    </dgm:pt>
    <dgm:pt modelId="{FC062BC6-1266-4623-8750-405B21FDD580}" type="pres">
      <dgm:prSet presAssocID="{3AC516A7-0235-4853-BFB5-F0174E5AF46E}" presName="sibTrans" presStyleCnt="0"/>
      <dgm:spPr/>
    </dgm:pt>
    <dgm:pt modelId="{DD806E8B-D970-47A7-BFC1-35F8039E3471}" type="pres">
      <dgm:prSet presAssocID="{F795A7BF-9896-45E8-8FFE-773AC326B4DB}" presName="compNode" presStyleCnt="0"/>
      <dgm:spPr/>
    </dgm:pt>
    <dgm:pt modelId="{EBEC4557-046E-4B29-912B-3BCA7A0EA82B}" type="pres">
      <dgm:prSet presAssocID="{F795A7BF-9896-45E8-8FFE-773AC326B4DB}" presName="iconBgRect" presStyleLbl="bgShp" presStyleIdx="1" presStyleCnt="4"/>
      <dgm:spPr/>
    </dgm:pt>
    <dgm:pt modelId="{FB720538-EDED-4C66-825D-17524D4445AB}" type="pres">
      <dgm:prSet presAssocID="{F795A7BF-9896-45E8-8FFE-773AC326B4DB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A1F674B4-6B19-4A31-90A9-99B5DDBF854E}" type="pres">
      <dgm:prSet presAssocID="{F795A7BF-9896-45E8-8FFE-773AC326B4DB}" presName="spaceRect" presStyleCnt="0"/>
      <dgm:spPr/>
    </dgm:pt>
    <dgm:pt modelId="{DB203782-7690-46F7-ACCA-F3BE575EA170}" type="pres">
      <dgm:prSet presAssocID="{F795A7BF-9896-45E8-8FFE-773AC326B4DB}" presName="textRect" presStyleLbl="revTx" presStyleIdx="1" presStyleCnt="4">
        <dgm:presLayoutVars>
          <dgm:chMax val="1"/>
          <dgm:chPref val="1"/>
        </dgm:presLayoutVars>
      </dgm:prSet>
      <dgm:spPr/>
    </dgm:pt>
    <dgm:pt modelId="{7B113C30-5610-4540-A571-6DF1DF192B74}" type="pres">
      <dgm:prSet presAssocID="{1B839CB6-0FA3-422F-A1D9-68B4C952FB26}" presName="sibTrans" presStyleCnt="0"/>
      <dgm:spPr/>
    </dgm:pt>
    <dgm:pt modelId="{634BF7F1-B038-4F9B-8B79-2083893EAB52}" type="pres">
      <dgm:prSet presAssocID="{A45625DD-BDE9-4A5D-99CC-CF4DACAC8358}" presName="compNode" presStyleCnt="0"/>
      <dgm:spPr/>
    </dgm:pt>
    <dgm:pt modelId="{F57C3514-8B3E-4A2D-8ACC-44AFB6CC6887}" type="pres">
      <dgm:prSet presAssocID="{A45625DD-BDE9-4A5D-99CC-CF4DACAC8358}" presName="iconBgRect" presStyleLbl="bgShp" presStyleIdx="2" presStyleCnt="4"/>
      <dgm:spPr/>
    </dgm:pt>
    <dgm:pt modelId="{E449BEFC-8D51-4FD3-BD98-B602B31A57A1}" type="pres">
      <dgm:prSet presAssocID="{A45625DD-BDE9-4A5D-99CC-CF4DACAC8358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ingle gear"/>
        </a:ext>
      </dgm:extLst>
    </dgm:pt>
    <dgm:pt modelId="{5AC97E97-1A5D-498B-8606-5FCDB85ADADF}" type="pres">
      <dgm:prSet presAssocID="{A45625DD-BDE9-4A5D-99CC-CF4DACAC8358}" presName="spaceRect" presStyleCnt="0"/>
      <dgm:spPr/>
    </dgm:pt>
    <dgm:pt modelId="{85FE1EA1-1CD8-44F5-8B2B-93ACC84EF68B}" type="pres">
      <dgm:prSet presAssocID="{A45625DD-BDE9-4A5D-99CC-CF4DACAC8358}" presName="textRect" presStyleLbl="revTx" presStyleIdx="2" presStyleCnt="4">
        <dgm:presLayoutVars>
          <dgm:chMax val="1"/>
          <dgm:chPref val="1"/>
        </dgm:presLayoutVars>
      </dgm:prSet>
      <dgm:spPr/>
    </dgm:pt>
    <dgm:pt modelId="{583E7E8C-0797-4275-B136-5FF755200ADA}" type="pres">
      <dgm:prSet presAssocID="{A26CC9C2-35DA-4F21-A6B9-0E78620BE49E}" presName="sibTrans" presStyleCnt="0"/>
      <dgm:spPr/>
    </dgm:pt>
    <dgm:pt modelId="{C90C96B5-59BB-4DCA-8537-1D58DF4AC436}" type="pres">
      <dgm:prSet presAssocID="{CC34B099-A09D-4253-AFF3-994B1014F7D3}" presName="compNode" presStyleCnt="0"/>
      <dgm:spPr/>
    </dgm:pt>
    <dgm:pt modelId="{A38B5259-35FF-4F0F-BC9F-D3C859348350}" type="pres">
      <dgm:prSet presAssocID="{CC34B099-A09D-4253-AFF3-994B1014F7D3}" presName="iconBgRect" presStyleLbl="bgShp" presStyleIdx="3" presStyleCnt="4"/>
      <dgm:spPr/>
    </dgm:pt>
    <dgm:pt modelId="{B692B197-F9FC-4AB3-98A3-4B8A0B2D4028}" type="pres">
      <dgm:prSet presAssocID="{CC34B099-A09D-4253-AFF3-994B1014F7D3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C3DCFF08-7497-4DD0-B58F-3225E97C1813}" type="pres">
      <dgm:prSet presAssocID="{CC34B099-A09D-4253-AFF3-994B1014F7D3}" presName="spaceRect" presStyleCnt="0"/>
      <dgm:spPr/>
    </dgm:pt>
    <dgm:pt modelId="{2365940E-CD18-419B-ADFB-04126E51EF6E}" type="pres">
      <dgm:prSet presAssocID="{CC34B099-A09D-4253-AFF3-994B1014F7D3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295A5B26-CAC3-44B4-AE9D-0F751ECAE9BC}" type="presOf" srcId="{16BE5613-A833-4E8A-ADA4-DAF5B64E01BA}" destId="{52B15A43-6875-4D92-97F7-9FFCC9F33A18}" srcOrd="0" destOrd="0" presId="urn:microsoft.com/office/officeart/2018/5/layout/IconCircleLabelList"/>
    <dgm:cxn modelId="{6B616A6F-5EA9-4D2A-A66A-0E412D38BCE2}" type="presOf" srcId="{F795A7BF-9896-45E8-8FFE-773AC326B4DB}" destId="{DB203782-7690-46F7-ACCA-F3BE575EA170}" srcOrd="0" destOrd="0" presId="urn:microsoft.com/office/officeart/2018/5/layout/IconCircleLabelList"/>
    <dgm:cxn modelId="{03F0AC7D-1321-43CC-9B08-178ED8F670A0}" srcId="{C6730010-46CD-43BF-9333-A55F7F8935C9}" destId="{F795A7BF-9896-45E8-8FFE-773AC326B4DB}" srcOrd="1" destOrd="0" parTransId="{AA1648D2-5BCE-4A5B-A6F5-C5B4E2966F91}" sibTransId="{1B839CB6-0FA3-422F-A1D9-68B4C952FB26}"/>
    <dgm:cxn modelId="{F650AA82-9D59-4249-A5EF-66496022B589}" type="presOf" srcId="{CC34B099-A09D-4253-AFF3-994B1014F7D3}" destId="{2365940E-CD18-419B-ADFB-04126E51EF6E}" srcOrd="0" destOrd="0" presId="urn:microsoft.com/office/officeart/2018/5/layout/IconCircleLabelList"/>
    <dgm:cxn modelId="{BF581789-1598-4BF3-AC60-65F90094812F}" type="presOf" srcId="{C6730010-46CD-43BF-9333-A55F7F8935C9}" destId="{E7B9C529-5DCB-4CBC-8778-2377C575BDF6}" srcOrd="0" destOrd="0" presId="urn:microsoft.com/office/officeart/2018/5/layout/IconCircleLabelList"/>
    <dgm:cxn modelId="{4DB4E7B6-41F0-4A34-861B-2AF5B5BA97D0}" type="presOf" srcId="{A45625DD-BDE9-4A5D-99CC-CF4DACAC8358}" destId="{85FE1EA1-1CD8-44F5-8B2B-93ACC84EF68B}" srcOrd="0" destOrd="0" presId="urn:microsoft.com/office/officeart/2018/5/layout/IconCircleLabelList"/>
    <dgm:cxn modelId="{E78777C3-023D-4F1E-BEA3-D9B5E81D778B}" srcId="{C6730010-46CD-43BF-9333-A55F7F8935C9}" destId="{A45625DD-BDE9-4A5D-99CC-CF4DACAC8358}" srcOrd="2" destOrd="0" parTransId="{D322904B-231C-413B-9F7D-EB40ECD52390}" sibTransId="{A26CC9C2-35DA-4F21-A6B9-0E78620BE49E}"/>
    <dgm:cxn modelId="{BCBE00CD-17A0-4145-8485-B46309BCAB0F}" srcId="{C6730010-46CD-43BF-9333-A55F7F8935C9}" destId="{CC34B099-A09D-4253-AFF3-994B1014F7D3}" srcOrd="3" destOrd="0" parTransId="{2F42802C-C77B-4B4D-90CA-5AA9FB7CDC40}" sibTransId="{957E34F2-E66E-4AF7-B9DF-23AA0D96731D}"/>
    <dgm:cxn modelId="{1BBC6BDC-3A05-4716-9339-AA31A30A5F37}" srcId="{C6730010-46CD-43BF-9333-A55F7F8935C9}" destId="{16BE5613-A833-4E8A-ADA4-DAF5B64E01BA}" srcOrd="0" destOrd="0" parTransId="{D3A5FC54-B37B-4086-AE8D-79F7BCC7AE93}" sibTransId="{3AC516A7-0235-4853-BFB5-F0174E5AF46E}"/>
    <dgm:cxn modelId="{765429A2-5D7E-43E5-9662-7EEDEA2CDD05}" type="presParOf" srcId="{E7B9C529-5DCB-4CBC-8778-2377C575BDF6}" destId="{56287CE0-02D0-4D53-ABBE-3CD5C13CD4F9}" srcOrd="0" destOrd="0" presId="urn:microsoft.com/office/officeart/2018/5/layout/IconCircleLabelList"/>
    <dgm:cxn modelId="{B874547F-939E-41FC-9780-69CBA1920270}" type="presParOf" srcId="{56287CE0-02D0-4D53-ABBE-3CD5C13CD4F9}" destId="{78D25274-FEF9-4407-B4B7-9DBFD6CCADCC}" srcOrd="0" destOrd="0" presId="urn:microsoft.com/office/officeart/2018/5/layout/IconCircleLabelList"/>
    <dgm:cxn modelId="{F876E929-DF14-4951-9356-E91FE21965D3}" type="presParOf" srcId="{56287CE0-02D0-4D53-ABBE-3CD5C13CD4F9}" destId="{023F2F35-6C66-4B8F-B439-D009B94A8656}" srcOrd="1" destOrd="0" presId="urn:microsoft.com/office/officeart/2018/5/layout/IconCircleLabelList"/>
    <dgm:cxn modelId="{9FAFC5C7-F6F2-4D5E-8D93-5E933ACE6A50}" type="presParOf" srcId="{56287CE0-02D0-4D53-ABBE-3CD5C13CD4F9}" destId="{660EE305-A41A-4B94-AC63-F755FA31D189}" srcOrd="2" destOrd="0" presId="urn:microsoft.com/office/officeart/2018/5/layout/IconCircleLabelList"/>
    <dgm:cxn modelId="{3680A181-EF81-44DB-BDB2-A475EF8CD9DD}" type="presParOf" srcId="{56287CE0-02D0-4D53-ABBE-3CD5C13CD4F9}" destId="{52B15A43-6875-4D92-97F7-9FFCC9F33A18}" srcOrd="3" destOrd="0" presId="urn:microsoft.com/office/officeart/2018/5/layout/IconCircleLabelList"/>
    <dgm:cxn modelId="{5627CD2A-CB48-4639-B462-F1398D0D3F35}" type="presParOf" srcId="{E7B9C529-5DCB-4CBC-8778-2377C575BDF6}" destId="{FC062BC6-1266-4623-8750-405B21FDD580}" srcOrd="1" destOrd="0" presId="urn:microsoft.com/office/officeart/2018/5/layout/IconCircleLabelList"/>
    <dgm:cxn modelId="{AAC34CDF-8C98-49C8-83BF-3C755F9DC66B}" type="presParOf" srcId="{E7B9C529-5DCB-4CBC-8778-2377C575BDF6}" destId="{DD806E8B-D970-47A7-BFC1-35F8039E3471}" srcOrd="2" destOrd="0" presId="urn:microsoft.com/office/officeart/2018/5/layout/IconCircleLabelList"/>
    <dgm:cxn modelId="{676329D9-533B-4422-96B3-73C4DC1E6CD3}" type="presParOf" srcId="{DD806E8B-D970-47A7-BFC1-35F8039E3471}" destId="{EBEC4557-046E-4B29-912B-3BCA7A0EA82B}" srcOrd="0" destOrd="0" presId="urn:microsoft.com/office/officeart/2018/5/layout/IconCircleLabelList"/>
    <dgm:cxn modelId="{911C518E-F560-45A3-9CC0-A30C7B63F2D6}" type="presParOf" srcId="{DD806E8B-D970-47A7-BFC1-35F8039E3471}" destId="{FB720538-EDED-4C66-825D-17524D4445AB}" srcOrd="1" destOrd="0" presId="urn:microsoft.com/office/officeart/2018/5/layout/IconCircleLabelList"/>
    <dgm:cxn modelId="{54718C40-F3CB-409E-B462-E6FC1B08AE9C}" type="presParOf" srcId="{DD806E8B-D970-47A7-BFC1-35F8039E3471}" destId="{A1F674B4-6B19-4A31-90A9-99B5DDBF854E}" srcOrd="2" destOrd="0" presId="urn:microsoft.com/office/officeart/2018/5/layout/IconCircleLabelList"/>
    <dgm:cxn modelId="{2A430ECC-47FD-4684-A611-A459A192D971}" type="presParOf" srcId="{DD806E8B-D970-47A7-BFC1-35F8039E3471}" destId="{DB203782-7690-46F7-ACCA-F3BE575EA170}" srcOrd="3" destOrd="0" presId="urn:microsoft.com/office/officeart/2018/5/layout/IconCircleLabelList"/>
    <dgm:cxn modelId="{FF6ECED5-4305-4374-9949-F381B4849DE8}" type="presParOf" srcId="{E7B9C529-5DCB-4CBC-8778-2377C575BDF6}" destId="{7B113C30-5610-4540-A571-6DF1DF192B74}" srcOrd="3" destOrd="0" presId="urn:microsoft.com/office/officeart/2018/5/layout/IconCircleLabelList"/>
    <dgm:cxn modelId="{B4D52C55-7855-4682-A6D5-276C7EE44391}" type="presParOf" srcId="{E7B9C529-5DCB-4CBC-8778-2377C575BDF6}" destId="{634BF7F1-B038-4F9B-8B79-2083893EAB52}" srcOrd="4" destOrd="0" presId="urn:microsoft.com/office/officeart/2018/5/layout/IconCircleLabelList"/>
    <dgm:cxn modelId="{906827C3-396A-49D3-A465-56333A46A76F}" type="presParOf" srcId="{634BF7F1-B038-4F9B-8B79-2083893EAB52}" destId="{F57C3514-8B3E-4A2D-8ACC-44AFB6CC6887}" srcOrd="0" destOrd="0" presId="urn:microsoft.com/office/officeart/2018/5/layout/IconCircleLabelList"/>
    <dgm:cxn modelId="{9E8021B9-4AA0-4711-857A-D740084F6EC6}" type="presParOf" srcId="{634BF7F1-B038-4F9B-8B79-2083893EAB52}" destId="{E449BEFC-8D51-4FD3-BD98-B602B31A57A1}" srcOrd="1" destOrd="0" presId="urn:microsoft.com/office/officeart/2018/5/layout/IconCircleLabelList"/>
    <dgm:cxn modelId="{9D251484-950C-46F3-AFB7-7E4658E3B8A5}" type="presParOf" srcId="{634BF7F1-B038-4F9B-8B79-2083893EAB52}" destId="{5AC97E97-1A5D-498B-8606-5FCDB85ADADF}" srcOrd="2" destOrd="0" presId="urn:microsoft.com/office/officeart/2018/5/layout/IconCircleLabelList"/>
    <dgm:cxn modelId="{7909F0DD-50B7-4DDB-948E-A75AADAFBC15}" type="presParOf" srcId="{634BF7F1-B038-4F9B-8B79-2083893EAB52}" destId="{85FE1EA1-1CD8-44F5-8B2B-93ACC84EF68B}" srcOrd="3" destOrd="0" presId="urn:microsoft.com/office/officeart/2018/5/layout/IconCircleLabelList"/>
    <dgm:cxn modelId="{1E5742D7-7992-42F3-8706-A1A1F43DBDA6}" type="presParOf" srcId="{E7B9C529-5DCB-4CBC-8778-2377C575BDF6}" destId="{583E7E8C-0797-4275-B136-5FF755200ADA}" srcOrd="5" destOrd="0" presId="urn:microsoft.com/office/officeart/2018/5/layout/IconCircleLabelList"/>
    <dgm:cxn modelId="{947F8472-8F98-4A6F-AB36-4E710F9F0C5D}" type="presParOf" srcId="{E7B9C529-5DCB-4CBC-8778-2377C575BDF6}" destId="{C90C96B5-59BB-4DCA-8537-1D58DF4AC436}" srcOrd="6" destOrd="0" presId="urn:microsoft.com/office/officeart/2018/5/layout/IconCircleLabelList"/>
    <dgm:cxn modelId="{61CEBFE6-EB37-4A52-87F8-C4F1D684F6AB}" type="presParOf" srcId="{C90C96B5-59BB-4DCA-8537-1D58DF4AC436}" destId="{A38B5259-35FF-4F0F-BC9F-D3C859348350}" srcOrd="0" destOrd="0" presId="urn:microsoft.com/office/officeart/2018/5/layout/IconCircleLabelList"/>
    <dgm:cxn modelId="{861D8425-EDEB-4717-93C8-5B743EDED6E6}" type="presParOf" srcId="{C90C96B5-59BB-4DCA-8537-1D58DF4AC436}" destId="{B692B197-F9FC-4AB3-98A3-4B8A0B2D4028}" srcOrd="1" destOrd="0" presId="urn:microsoft.com/office/officeart/2018/5/layout/IconCircleLabelList"/>
    <dgm:cxn modelId="{0054A0A2-0440-42AD-8FD8-41374565715B}" type="presParOf" srcId="{C90C96B5-59BB-4DCA-8537-1D58DF4AC436}" destId="{C3DCFF08-7497-4DD0-B58F-3225E97C1813}" srcOrd="2" destOrd="0" presId="urn:microsoft.com/office/officeart/2018/5/layout/IconCircleLabelList"/>
    <dgm:cxn modelId="{E59C7634-3310-417F-9FB8-279F74D22E7D}" type="presParOf" srcId="{C90C96B5-59BB-4DCA-8537-1D58DF4AC436}" destId="{2365940E-CD18-419B-ADFB-04126E51EF6E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D25274-FEF9-4407-B4B7-9DBFD6CCADCC}">
      <dsp:nvSpPr>
        <dsp:cNvPr id="0" name=""/>
        <dsp:cNvSpPr/>
      </dsp:nvSpPr>
      <dsp:spPr>
        <a:xfrm>
          <a:off x="376435" y="1016402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3F2F35-6C66-4B8F-B439-D009B94A8656}">
      <dsp:nvSpPr>
        <dsp:cNvPr id="0" name=""/>
        <dsp:cNvSpPr/>
      </dsp:nvSpPr>
      <dsp:spPr>
        <a:xfrm>
          <a:off x="61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B15A43-6875-4D92-97F7-9FFCC9F33A18}">
      <dsp:nvSpPr>
        <dsp:cNvPr id="0" name=""/>
        <dsp:cNvSpPr/>
      </dsp:nvSpPr>
      <dsp:spPr>
        <a:xfrm>
          <a:off x="2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• Automate formatting and reporting</a:t>
          </a:r>
        </a:p>
      </dsp:txBody>
      <dsp:txXfrm>
        <a:off x="25435" y="2456402"/>
        <a:ext cx="1800000" cy="720000"/>
      </dsp:txXfrm>
    </dsp:sp>
    <dsp:sp modelId="{EBEC4557-046E-4B29-912B-3BCA7A0EA82B}">
      <dsp:nvSpPr>
        <dsp:cNvPr id="0" name=""/>
        <dsp:cNvSpPr/>
      </dsp:nvSpPr>
      <dsp:spPr>
        <a:xfrm>
          <a:off x="2491435" y="1016402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720538-EDED-4C66-825D-17524D4445AB}">
      <dsp:nvSpPr>
        <dsp:cNvPr id="0" name=""/>
        <dsp:cNvSpPr/>
      </dsp:nvSpPr>
      <dsp:spPr>
        <a:xfrm>
          <a:off x="272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203782-7690-46F7-ACCA-F3BE575EA170}">
      <dsp:nvSpPr>
        <dsp:cNvPr id="0" name=""/>
        <dsp:cNvSpPr/>
      </dsp:nvSpPr>
      <dsp:spPr>
        <a:xfrm>
          <a:off x="214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• Process large datasets</a:t>
          </a:r>
        </a:p>
      </dsp:txBody>
      <dsp:txXfrm>
        <a:off x="2140435" y="2456402"/>
        <a:ext cx="1800000" cy="720000"/>
      </dsp:txXfrm>
    </dsp:sp>
    <dsp:sp modelId="{F57C3514-8B3E-4A2D-8ACC-44AFB6CC6887}">
      <dsp:nvSpPr>
        <dsp:cNvPr id="0" name=""/>
        <dsp:cNvSpPr/>
      </dsp:nvSpPr>
      <dsp:spPr>
        <a:xfrm>
          <a:off x="4606435" y="1016402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49BEFC-8D51-4FD3-BD98-B602B31A57A1}">
      <dsp:nvSpPr>
        <dsp:cNvPr id="0" name=""/>
        <dsp:cNvSpPr/>
      </dsp:nvSpPr>
      <dsp:spPr>
        <a:xfrm>
          <a:off x="484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FE1EA1-1CD8-44F5-8B2B-93ACC84EF68B}">
      <dsp:nvSpPr>
        <dsp:cNvPr id="0" name=""/>
        <dsp:cNvSpPr/>
      </dsp:nvSpPr>
      <dsp:spPr>
        <a:xfrm>
          <a:off x="425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• Create custom user forms</a:t>
          </a:r>
        </a:p>
      </dsp:txBody>
      <dsp:txXfrm>
        <a:off x="4255435" y="2456402"/>
        <a:ext cx="1800000" cy="720000"/>
      </dsp:txXfrm>
    </dsp:sp>
    <dsp:sp modelId="{A38B5259-35FF-4F0F-BC9F-D3C859348350}">
      <dsp:nvSpPr>
        <dsp:cNvPr id="0" name=""/>
        <dsp:cNvSpPr/>
      </dsp:nvSpPr>
      <dsp:spPr>
        <a:xfrm>
          <a:off x="6721435" y="1016402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92B197-F9FC-4AB3-98A3-4B8A0B2D4028}">
      <dsp:nvSpPr>
        <dsp:cNvPr id="0" name=""/>
        <dsp:cNvSpPr/>
      </dsp:nvSpPr>
      <dsp:spPr>
        <a:xfrm>
          <a:off x="695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65940E-CD18-419B-ADFB-04126E51EF6E}">
      <dsp:nvSpPr>
        <dsp:cNvPr id="0" name=""/>
        <dsp:cNvSpPr/>
      </dsp:nvSpPr>
      <dsp:spPr>
        <a:xfrm>
          <a:off x="637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• Reduce manual work and errors</a:t>
          </a:r>
        </a:p>
      </dsp:txBody>
      <dsp:txXfrm>
        <a:off x="6370435" y="2456402"/>
        <a:ext cx="18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urda.lv/en/about-us/partners/riga-technical-university-rtu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FB33DC6A-1F1C-4A06-834E-CFF88F1C0B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1" name="Freeform: Shape 40">
            <a:extLst>
              <a:ext uri="{FF2B5EF4-FFF2-40B4-BE49-F238E27FC236}">
                <a16:creationId xmlns:a16="http://schemas.microsoft.com/office/drawing/2014/main" id="{0FE1D5CF-87B8-4A8A-AD3C-01D06A6076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4656480" cy="6858000"/>
          </a:xfrm>
          <a:custGeom>
            <a:avLst/>
            <a:gdLst>
              <a:gd name="connsiteX0" fmla="*/ 0 w 6208641"/>
              <a:gd name="connsiteY0" fmla="*/ 0 h 6858000"/>
              <a:gd name="connsiteX1" fmla="*/ 5464181 w 6208641"/>
              <a:gd name="connsiteY1" fmla="*/ 0 h 6858000"/>
              <a:gd name="connsiteX2" fmla="*/ 5538086 w 6208641"/>
              <a:gd name="connsiteY2" fmla="*/ 159684 h 6858000"/>
              <a:gd name="connsiteX3" fmla="*/ 6208641 w 6208641"/>
              <a:gd name="connsiteY3" fmla="*/ 3706589 h 6858000"/>
              <a:gd name="connsiteX4" fmla="*/ 5734754 w 6208641"/>
              <a:gd name="connsiteY4" fmla="*/ 6730443 h 6858000"/>
              <a:gd name="connsiteX5" fmla="*/ 5689361 w 6208641"/>
              <a:gd name="connsiteY5" fmla="*/ 6858000 h 6858000"/>
              <a:gd name="connsiteX6" fmla="*/ 0 w 620864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08641" h="6858000">
                <a:moveTo>
                  <a:pt x="0" y="0"/>
                </a:moveTo>
                <a:lnTo>
                  <a:pt x="5464181" y="0"/>
                </a:lnTo>
                <a:lnTo>
                  <a:pt x="5538086" y="159684"/>
                </a:lnTo>
                <a:cubicBezTo>
                  <a:pt x="5961440" y="1172168"/>
                  <a:pt x="6208641" y="2392735"/>
                  <a:pt x="6208641" y="3706589"/>
                </a:cubicBezTo>
                <a:cubicBezTo>
                  <a:pt x="6208641" y="4801467"/>
                  <a:pt x="6036974" y="5831563"/>
                  <a:pt x="5734754" y="6730443"/>
                </a:cubicBezTo>
                <a:lnTo>
                  <a:pt x="568936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43" name="Freeform: Shape 42">
            <a:extLst>
              <a:ext uri="{FF2B5EF4-FFF2-40B4-BE49-F238E27FC236}">
                <a16:creationId xmlns:a16="http://schemas.microsoft.com/office/drawing/2014/main" id="{60926200-45C2-41E9-839F-31CD5FE4C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2493" cy="6858000"/>
          </a:xfrm>
          <a:custGeom>
            <a:avLst/>
            <a:gdLst>
              <a:gd name="connsiteX0" fmla="*/ 0 w 6203325"/>
              <a:gd name="connsiteY0" fmla="*/ 0 h 6858000"/>
              <a:gd name="connsiteX1" fmla="*/ 5458865 w 6203325"/>
              <a:gd name="connsiteY1" fmla="*/ 0 h 6858000"/>
              <a:gd name="connsiteX2" fmla="*/ 5532770 w 6203325"/>
              <a:gd name="connsiteY2" fmla="*/ 159684 h 6858000"/>
              <a:gd name="connsiteX3" fmla="*/ 6203325 w 6203325"/>
              <a:gd name="connsiteY3" fmla="*/ 3706589 h 6858000"/>
              <a:gd name="connsiteX4" fmla="*/ 5729438 w 6203325"/>
              <a:gd name="connsiteY4" fmla="*/ 6730443 h 6858000"/>
              <a:gd name="connsiteX5" fmla="*/ 5684045 w 6203325"/>
              <a:gd name="connsiteY5" fmla="*/ 6858000 h 6858000"/>
              <a:gd name="connsiteX6" fmla="*/ 0 w 6203325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03325" h="6858000">
                <a:moveTo>
                  <a:pt x="0" y="0"/>
                </a:moveTo>
                <a:lnTo>
                  <a:pt x="5458865" y="0"/>
                </a:lnTo>
                <a:lnTo>
                  <a:pt x="5532770" y="159684"/>
                </a:lnTo>
                <a:cubicBezTo>
                  <a:pt x="5956124" y="1172168"/>
                  <a:pt x="6203325" y="2392735"/>
                  <a:pt x="6203325" y="3706589"/>
                </a:cubicBezTo>
                <a:cubicBezTo>
                  <a:pt x="6203325" y="4801467"/>
                  <a:pt x="6031658" y="5831563"/>
                  <a:pt x="5729438" y="6730443"/>
                </a:cubicBezTo>
                <a:lnTo>
                  <a:pt x="5684045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6823" y="1106034"/>
            <a:ext cx="3764306" cy="3204134"/>
          </a:xfrm>
        </p:spPr>
        <p:txBody>
          <a:bodyPr anchor="b">
            <a:normAutofit/>
          </a:bodyPr>
          <a:lstStyle/>
          <a:p>
            <a:pPr algn="l"/>
            <a:r>
              <a:rPr lang="en-US" sz="4700"/>
              <a:t>VBA in Excel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0593" y="4872922"/>
            <a:ext cx="3760273" cy="1208141"/>
          </a:xfrm>
        </p:spPr>
        <p:txBody>
          <a:bodyPr>
            <a:normAutofit/>
          </a:bodyPr>
          <a:lstStyle/>
          <a:p>
            <a:pPr algn="l"/>
            <a:r>
              <a:rPr lang="en-US" sz="2400"/>
              <a:t>Introduction to Automation and Scripting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7704" y="434802"/>
            <a:ext cx="146304" cy="5280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85CF2BA-DE8C-1FD9-AEF3-081E6062D0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358834" y="625683"/>
            <a:ext cx="3305060" cy="2743200"/>
          </a:xfrm>
          <a:prstGeom prst="rect">
            <a:avLst/>
          </a:prstGeom>
        </p:spPr>
      </p:pic>
      <p:sp>
        <p:nvSpPr>
          <p:cNvPr id="47" name="Rectangle 46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6823" y="4546920"/>
            <a:ext cx="376430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18F15A5-033C-F02D-5064-85B4A69760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5553" y="3743229"/>
            <a:ext cx="3531625" cy="235735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8" name="Freeform: Shape 17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341754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0" name="Freeform: Shape 19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334896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8320" y="1161288"/>
            <a:ext cx="2578608" cy="1239012"/>
          </a:xfrm>
        </p:spPr>
        <p:txBody>
          <a:bodyPr anchor="ctr">
            <a:normAutofit/>
          </a:bodyPr>
          <a:lstStyle/>
          <a:p>
            <a:r>
              <a:rPr lang="en-US" sz="2400"/>
              <a:t>What is VBA?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96012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6919" y="2443480"/>
            <a:ext cx="25374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8320" y="2718054"/>
            <a:ext cx="2579180" cy="3207258"/>
          </a:xfrm>
        </p:spPr>
        <p:txBody>
          <a:bodyPr anchor="t">
            <a:normAutofit/>
          </a:bodyPr>
          <a:lstStyle/>
          <a:p>
            <a:r>
              <a:rPr lang="en-US" sz="1500"/>
              <a:t>• VBA = Visual Basic for Applications</a:t>
            </a:r>
          </a:p>
          <a:p>
            <a:r>
              <a:rPr lang="en-US" sz="1500"/>
              <a:t>• Built-in programming language in Excel</a:t>
            </a:r>
          </a:p>
          <a:p>
            <a:r>
              <a:rPr lang="en-US" sz="1500"/>
              <a:t>• Used to automate repetitive tasks</a:t>
            </a:r>
          </a:p>
          <a:p>
            <a:r>
              <a:rPr lang="en-US" sz="1500"/>
              <a:t>• Enables creation of macros and custom logic</a:t>
            </a:r>
          </a:p>
        </p:txBody>
      </p:sp>
      <p:pic>
        <p:nvPicPr>
          <p:cNvPr id="4" name="Picture 3" descr="an_infographic_style_digital_illustration_titl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5888" y="1746627"/>
            <a:ext cx="5191506" cy="346533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What Can VBA Do?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6E3E944-64FA-7FF9-AA9C-09D7D6F8C8E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81333003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8" name="Freeform: Shape 17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341754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9" name="Freeform: Shape 18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334896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8320" y="1161288"/>
            <a:ext cx="2578608" cy="1239012"/>
          </a:xfrm>
        </p:spPr>
        <p:txBody>
          <a:bodyPr anchor="ctr">
            <a:normAutofit/>
          </a:bodyPr>
          <a:lstStyle/>
          <a:p>
            <a:r>
              <a:rPr lang="en-US" sz="2400"/>
              <a:t>VBA Beyond Excel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96012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6919" y="2443480"/>
            <a:ext cx="25374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8320" y="2718054"/>
            <a:ext cx="2579180" cy="3207258"/>
          </a:xfrm>
        </p:spPr>
        <p:txBody>
          <a:bodyPr anchor="t">
            <a:normAutofit/>
          </a:bodyPr>
          <a:lstStyle/>
          <a:p>
            <a:r>
              <a:rPr lang="en-US" sz="1500"/>
              <a:t>• Send emails via Outlook</a:t>
            </a:r>
          </a:p>
          <a:p>
            <a:r>
              <a:rPr lang="en-US" sz="1500"/>
              <a:t>• Generate Word documents</a:t>
            </a:r>
          </a:p>
          <a:p>
            <a:r>
              <a:rPr lang="en-US" sz="1500"/>
              <a:t>• Work with files and databases</a:t>
            </a:r>
          </a:p>
          <a:p>
            <a:r>
              <a:rPr lang="en-US" sz="1500"/>
              <a:t>• Integrate across Microsoft Office</a:t>
            </a:r>
          </a:p>
        </p:txBody>
      </p:sp>
      <p:pic>
        <p:nvPicPr>
          <p:cNvPr id="4" name="Picture 3" descr="a_colorful_infographic_style_digital_illust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5888" y="1746627"/>
            <a:ext cx="5191506" cy="346533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87</Words>
  <Application>Microsoft Office PowerPoint</Application>
  <PresentationFormat>On-screen Show (4:3)</PresentationFormat>
  <Paragraphs>17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VBA in Excel</vt:lpstr>
      <vt:lpstr>What is VBA?</vt:lpstr>
      <vt:lpstr>What Can VBA Do?</vt:lpstr>
      <vt:lpstr>VBA Beyond Excel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Valdis Saulespurēns</cp:lastModifiedBy>
  <cp:revision>2</cp:revision>
  <dcterms:created xsi:type="dcterms:W3CDTF">2013-01-27T09:14:16Z</dcterms:created>
  <dcterms:modified xsi:type="dcterms:W3CDTF">2026-03-24T21:45:50Z</dcterms:modified>
  <cp:category/>
</cp:coreProperties>
</file>